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本頁為HTML簡報的圖像保真版本；編輯請修改2027-business-plan-web/index.html。</a:t>
            </a:r>
          </a:p>
          <a:p>
            <a:r>
              <a:t>資料：機會清單_20261005.xlsx、南區預算20261005.pptx；審閱2026-10-06；討論稿非核定預算。</a:t>
            </a:r>
          </a:p>
          <a:p>
            <a:r>
              <a:t>照片均為情境示意，非實際案場。</a:t>
            </a:r>
          </a:p>
          <a:p>
            <a:r>
              <a:t>圖片授權：</a:t>
            </a:r>
          </a:p>
          <a:p>
            <a:r>
              <a:t>Solar panels on a roof.jpg — Pujanak / Public domain / https://commons.wikimedia.org/wiki/File:Solar_panels_on_a_roof.jpg / https://creativecommons.org/publicdomain/mark/1.0/；縮放、壓縮、版面裁切。</a:t>
            </a:r>
          </a:p>
          <a:p>
            <a:r>
              <a:t>Parking under Solar Canopy (52937580768).jpg — pedrik / CC BY 2.0 / https://commons.wikimedia.org/wiki/File:Parking_under_Solar_Canopy_(52937580768).jpg / https://creativecommons.org/licenses/by/2.0；縮放、壓縮、版面裁切。</a:t>
            </a:r>
          </a:p>
          <a:p>
            <a:r>
              <a:t>Datacenter Server Racks (22370909788).jpg — Carl Lender from Sunrise, USA / CC BY 2.0 / https://commons.wikimedia.org/wiki/File:Datacenter_Server_Racks_(22370909788).jpg / https://creativecommons.org/licenses/by/2.0；縮放、壓縮、版面裁切。</a:t>
            </a:r>
          </a:p>
          <a:p>
            <a:r>
              <a:t>Installing solar panels (3049873254).jpg — Oregon Department of Transportation / CC BY 2.0 / https://commons.wikimedia.org/wiki/File:Installing_solar_panels_(3049873254).jpg / https://creativecommons.org/licenses/by/2.0；縮放、壓縮、版面裁切。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本頁為HTML簡報的圖像保真版本；編輯請修改2027-business-plan-web/index.html。</a:t>
            </a:r>
          </a:p>
          <a:p>
            <a:r>
              <a:t>資料：機會清單_20261005.xlsx、南區預算20261005.pptx；審閱2026-10-06；討論稿非核定預算。</a:t>
            </a:r>
          </a:p>
          <a:p>
            <a:r>
              <a:t>照片均為情境示意，非實際案場。</a:t>
            </a:r>
          </a:p>
          <a:p>
            <a:r>
              <a:t>圖片授權：</a:t>
            </a:r>
          </a:p>
          <a:p>
            <a:r>
              <a:t>Solar panels on a roof.jpg — Pujanak / Public domain / https://commons.wikimedia.org/wiki/File:Solar_panels_on_a_roof.jpg / https://creativecommons.org/publicdomain/mark/1.0/；縮放、壓縮、版面裁切。</a:t>
            </a:r>
          </a:p>
          <a:p>
            <a:r>
              <a:t>Parking under Solar Canopy (52937580768).jpg — pedrik / CC BY 2.0 / https://commons.wikimedia.org/wiki/File:Parking_under_Solar_Canopy_(52937580768).jpg / https://creativecommons.org/licenses/by/2.0；縮放、壓縮、版面裁切。</a:t>
            </a:r>
          </a:p>
          <a:p>
            <a:r>
              <a:t>Datacenter Server Racks (22370909788).jpg — Carl Lender from Sunrise, USA / CC BY 2.0 / https://commons.wikimedia.org/wiki/File:Datacenter_Server_Racks_(22370909788).jpg / https://creativecommons.org/licenses/by/2.0；縮放、壓縮、版面裁切。</a:t>
            </a:r>
          </a:p>
          <a:p>
            <a:r>
              <a:t>Installing solar panels (3049873254).jpg — Oregon Department of Transportation / CC BY 2.0 / https://commons.wikimedia.org/wiki/File:Installing_solar_panels_(3049873254).jpg / https://creativecommons.org/licenses/by/2.0；縮放、壓縮、版面裁切。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本頁為HTML簡報的圖像保真版本；編輯請修改2027-business-plan-web/index.html。</a:t>
            </a:r>
          </a:p>
          <a:p>
            <a:r>
              <a:t>資料：機會清單_20261005.xlsx、南區預算20261005.pptx；審閱2026-10-06；討論稿非核定預算。</a:t>
            </a:r>
          </a:p>
          <a:p>
            <a:r>
              <a:t>照片均為情境示意，非實際案場。</a:t>
            </a:r>
          </a:p>
          <a:p>
            <a:r>
              <a:t>圖片授權：</a:t>
            </a:r>
          </a:p>
          <a:p>
            <a:r>
              <a:t>Solar panels on a roof.jpg — Pujanak / Public domain / https://commons.wikimedia.org/wiki/File:Solar_panels_on_a_roof.jpg / https://creativecommons.org/publicdomain/mark/1.0/；縮放、壓縮、版面裁切。</a:t>
            </a:r>
          </a:p>
          <a:p>
            <a:r>
              <a:t>Parking under Solar Canopy (52937580768).jpg — pedrik / CC BY 2.0 / https://commons.wikimedia.org/wiki/File:Parking_under_Solar_Canopy_(52937580768).jpg / https://creativecommons.org/licenses/by/2.0；縮放、壓縮、版面裁切。</a:t>
            </a:r>
          </a:p>
          <a:p>
            <a:r>
              <a:t>Datacenter Server Racks (22370909788).jpg — Carl Lender from Sunrise, USA / CC BY 2.0 / https://commons.wikimedia.org/wiki/File:Datacenter_Server_Racks_(22370909788).jpg / https://creativecommons.org/licenses/by/2.0；縮放、壓縮、版面裁切。</a:t>
            </a:r>
          </a:p>
          <a:p>
            <a:r>
              <a:t>Installing solar panels (3049873254).jpg — Oregon Department of Transportation / CC BY 2.0 / https://commons.wikimedia.org/wiki/File:Installing_solar_panels_(3049873254).jpg / https://creativecommons.org/licenses/by/2.0；縮放、壓縮、版面裁切。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本頁為HTML簡報的圖像保真版本；編輯請修改2027-business-plan-web/index.html。</a:t>
            </a:r>
          </a:p>
          <a:p>
            <a:r>
              <a:t>資料：機會清單_20261005.xlsx、南區預算20261005.pptx；審閱2026-10-06；討論稿非核定預算。</a:t>
            </a:r>
          </a:p>
          <a:p>
            <a:r>
              <a:t>照片均為情境示意，非實際案場。</a:t>
            </a:r>
          </a:p>
          <a:p>
            <a:r>
              <a:t>圖片授權：</a:t>
            </a:r>
          </a:p>
          <a:p>
            <a:r>
              <a:t>Solar panels on a roof.jpg — Pujanak / Public domain / https://commons.wikimedia.org/wiki/File:Solar_panels_on_a_roof.jpg / https://creativecommons.org/publicdomain/mark/1.0/；縮放、壓縮、版面裁切。</a:t>
            </a:r>
          </a:p>
          <a:p>
            <a:r>
              <a:t>Parking under Solar Canopy (52937580768).jpg — pedrik / CC BY 2.0 / https://commons.wikimedia.org/wiki/File:Parking_under_Solar_Canopy_(52937580768).jpg / https://creativecommons.org/licenses/by/2.0；縮放、壓縮、版面裁切。</a:t>
            </a:r>
          </a:p>
          <a:p>
            <a:r>
              <a:t>Datacenter Server Racks (22370909788).jpg — Carl Lender from Sunrise, USA / CC BY 2.0 / https://commons.wikimedia.org/wiki/File:Datacenter_Server_Racks_(22370909788).jpg / https://creativecommons.org/licenses/by/2.0；縮放、壓縮、版面裁切。</a:t>
            </a:r>
          </a:p>
          <a:p>
            <a:r>
              <a:t>Installing solar panels (3049873254).jpg — Oregon Department of Transportation / CC BY 2.0 / https://commons.wikimedia.org/wiki/File:Installing_solar_panels_(3049873254).jpg / https://creativecommons.org/licenses/by/2.0；縮放、壓縮、版面裁切。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本頁為HTML簡報的圖像保真版本；編輯請修改2027-business-plan-web/index.html。</a:t>
            </a:r>
          </a:p>
          <a:p>
            <a:r>
              <a:t>資料：機會清單_20261005.xlsx、南區預算20261005.pptx；審閱2026-10-06；討論稿非核定預算。</a:t>
            </a:r>
          </a:p>
          <a:p>
            <a:r>
              <a:t>照片均為情境示意，非實際案場。</a:t>
            </a:r>
          </a:p>
          <a:p>
            <a:r>
              <a:t>圖片授權：</a:t>
            </a:r>
          </a:p>
          <a:p>
            <a:r>
              <a:t>Solar panels on a roof.jpg — Pujanak / Public domain / https://commons.wikimedia.org/wiki/File:Solar_panels_on_a_roof.jpg / https://creativecommons.org/publicdomain/mark/1.0/；縮放、壓縮、版面裁切。</a:t>
            </a:r>
          </a:p>
          <a:p>
            <a:r>
              <a:t>Parking under Solar Canopy (52937580768).jpg — pedrik / CC BY 2.0 / https://commons.wikimedia.org/wiki/File:Parking_under_Solar_Canopy_(52937580768).jpg / https://creativecommons.org/licenses/by/2.0；縮放、壓縮、版面裁切。</a:t>
            </a:r>
          </a:p>
          <a:p>
            <a:r>
              <a:t>Datacenter Server Racks (22370909788).jpg — Carl Lender from Sunrise, USA / CC BY 2.0 / https://commons.wikimedia.org/wiki/File:Datacenter_Server_Racks_(22370909788).jpg / https://creativecommons.org/licenses/by/2.0；縮放、壓縮、版面裁切。</a:t>
            </a:r>
          </a:p>
          <a:p>
            <a:r>
              <a:t>Installing solar panels (3049873254).jpg — Oregon Department of Transportation / CC BY 2.0 / https://commons.wikimedia.org/wiki/File:Installing_solar_panels_(3049873254).jpg / https://creativecommons.org/licenses/by/2.0；縮放、壓縮、版面裁切。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本頁為HTML簡報的圖像保真版本；編輯請修改2027-business-plan-web/index.html。</a:t>
            </a:r>
          </a:p>
          <a:p>
            <a:r>
              <a:t>資料：機會清單_20261005.xlsx、南區預算20261005.pptx；審閱2026-10-06；討論稿非核定預算。</a:t>
            </a:r>
          </a:p>
          <a:p>
            <a:r>
              <a:t>照片均為情境示意，非實際案場。</a:t>
            </a:r>
          </a:p>
          <a:p>
            <a:r>
              <a:t>圖片授權：</a:t>
            </a:r>
          </a:p>
          <a:p>
            <a:r>
              <a:t>Solar panels on a roof.jpg — Pujanak / Public domain / https://commons.wikimedia.org/wiki/File:Solar_panels_on_a_roof.jpg / https://creativecommons.org/publicdomain/mark/1.0/；縮放、壓縮、版面裁切。</a:t>
            </a:r>
          </a:p>
          <a:p>
            <a:r>
              <a:t>Parking under Solar Canopy (52937580768).jpg — pedrik / CC BY 2.0 / https://commons.wikimedia.org/wiki/File:Parking_under_Solar_Canopy_(52937580768).jpg / https://creativecommons.org/licenses/by/2.0；縮放、壓縮、版面裁切。</a:t>
            </a:r>
          </a:p>
          <a:p>
            <a:r>
              <a:t>Datacenter Server Racks (22370909788).jpg — Carl Lender from Sunrise, USA / CC BY 2.0 / https://commons.wikimedia.org/wiki/File:Datacenter_Server_Racks_(22370909788).jpg / https://creativecommons.org/licenses/by/2.0；縮放、壓縮、版面裁切。</a:t>
            </a:r>
          </a:p>
          <a:p>
            <a:r>
              <a:t>Installing solar panels (3049873254).jpg — Oregon Department of Transportation / CC BY 2.0 / https://commons.wikimedia.org/wiki/File:Installing_solar_panels_(3049873254).jpg / https://creativecommons.org/licenses/by/2.0；縮放、壓縮、版面裁切。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本頁為HTML簡報的圖像保真版本；編輯請修改2027-business-plan-web/index.html。</a:t>
            </a:r>
          </a:p>
          <a:p>
            <a:r>
              <a:t>資料：機會清單_20261005.xlsx、南區預算20261005.pptx；審閱2026-10-06；討論稿非核定預算。</a:t>
            </a:r>
          </a:p>
          <a:p>
            <a:r>
              <a:t>照片均為情境示意，非實際案場。</a:t>
            </a:r>
          </a:p>
          <a:p>
            <a:r>
              <a:t>圖片授權：</a:t>
            </a:r>
          </a:p>
          <a:p>
            <a:r>
              <a:t>Solar panels on a roof.jpg — Pujanak / Public domain / https://commons.wikimedia.org/wiki/File:Solar_panels_on_a_roof.jpg / https://creativecommons.org/publicdomain/mark/1.0/；縮放、壓縮、版面裁切。</a:t>
            </a:r>
          </a:p>
          <a:p>
            <a:r>
              <a:t>Parking under Solar Canopy (52937580768).jpg — pedrik / CC BY 2.0 / https://commons.wikimedia.org/wiki/File:Parking_under_Solar_Canopy_(52937580768).jpg / https://creativecommons.org/licenses/by/2.0；縮放、壓縮、版面裁切。</a:t>
            </a:r>
          </a:p>
          <a:p>
            <a:r>
              <a:t>Datacenter Server Racks (22370909788).jpg — Carl Lender from Sunrise, USA / CC BY 2.0 / https://commons.wikimedia.org/wiki/File:Datacenter_Server_Racks_(22370909788).jpg / https://creativecommons.org/licenses/by/2.0；縮放、壓縮、版面裁切。</a:t>
            </a:r>
          </a:p>
          <a:p>
            <a:r>
              <a:t>Installing solar panels (3049873254).jpg — Oregon Department of Transportation / CC BY 2.0 / https://commons.wikimedia.org/wiki/File:Installing_solar_panels_(3049873254).jpg / https://creativecommons.org/licenses/by/2.0；縮放、壓縮、版面裁切。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本頁為HTML簡報的圖像保真版本；編輯請修改2027-business-plan-web/index.html。</a:t>
            </a:r>
          </a:p>
          <a:p>
            <a:r>
              <a:t>資料：機會清單_20261005.xlsx、南區預算20261005.pptx；審閱2026-10-06；討論稿非核定預算。</a:t>
            </a:r>
          </a:p>
          <a:p>
            <a:r>
              <a:t>照片均為情境示意，非實際案場。</a:t>
            </a:r>
          </a:p>
          <a:p>
            <a:r>
              <a:t>圖片授權：</a:t>
            </a:r>
          </a:p>
          <a:p>
            <a:r>
              <a:t>Solar panels on a roof.jpg — Pujanak / Public domain / https://commons.wikimedia.org/wiki/File:Solar_panels_on_a_roof.jpg / https://creativecommons.org/publicdomain/mark/1.0/；縮放、壓縮、版面裁切。</a:t>
            </a:r>
          </a:p>
          <a:p>
            <a:r>
              <a:t>Parking under Solar Canopy (52937580768).jpg — pedrik / CC BY 2.0 / https://commons.wikimedia.org/wiki/File:Parking_under_Solar_Canopy_(52937580768).jpg / https://creativecommons.org/licenses/by/2.0；縮放、壓縮、版面裁切。</a:t>
            </a:r>
          </a:p>
          <a:p>
            <a:r>
              <a:t>Datacenter Server Racks (22370909788).jpg — Carl Lender from Sunrise, USA / CC BY 2.0 / https://commons.wikimedia.org/wiki/File:Datacenter_Server_Racks_(22370909788).jpg / https://creativecommons.org/licenses/by/2.0；縮放、壓縮、版面裁切。</a:t>
            </a:r>
          </a:p>
          <a:p>
            <a:r>
              <a:t>Installing solar panels (3049873254).jpg — Oregon Department of Transportation / CC BY 2.0 / https://commons.wikimedia.org/wiki/File:Installing_solar_panels_(3049873254).jpg / https://creativecommons.org/licenses/by/2.0；縮放、壓縮、版面裁切。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本頁為HTML簡報的圖像保真版本；編輯請修改2027-business-plan-web/index.html。</a:t>
            </a:r>
          </a:p>
          <a:p>
            <a:r>
              <a:t>資料：機會清單_20261005.xlsx、南區預算20261005.pptx；審閱2026-10-06；討論稿非核定預算。</a:t>
            </a:r>
          </a:p>
          <a:p>
            <a:r>
              <a:t>照片均為情境示意，非實際案場。</a:t>
            </a:r>
          </a:p>
          <a:p>
            <a:r>
              <a:t>圖片授權：</a:t>
            </a:r>
          </a:p>
          <a:p>
            <a:r>
              <a:t>Solar panels on a roof.jpg — Pujanak / Public domain / https://commons.wikimedia.org/wiki/File:Solar_panels_on_a_roof.jpg / https://creativecommons.org/publicdomain/mark/1.0/；縮放、壓縮、版面裁切。</a:t>
            </a:r>
          </a:p>
          <a:p>
            <a:r>
              <a:t>Parking under Solar Canopy (52937580768).jpg — pedrik / CC BY 2.0 / https://commons.wikimedia.org/wiki/File:Parking_under_Solar_Canopy_(52937580768).jpg / https://creativecommons.org/licenses/by/2.0；縮放、壓縮、版面裁切。</a:t>
            </a:r>
          </a:p>
          <a:p>
            <a:r>
              <a:t>Datacenter Server Racks (22370909788).jpg — Carl Lender from Sunrise, USA / CC BY 2.0 / https://commons.wikimedia.org/wiki/File:Datacenter_Server_Racks_(22370909788).jpg / https://creativecommons.org/licenses/by/2.0；縮放、壓縮、版面裁切。</a:t>
            </a:r>
          </a:p>
          <a:p>
            <a:r>
              <a:t>Installing solar panels (3049873254).jpg — Oregon Department of Transportation / CC BY 2.0 / https://commons.wikimedia.org/wiki/File:Installing_solar_panels_(3049873254).jpg / https://creativecommons.org/licenses/by/2.0；縮放、壓縮、版面裁切。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本頁為HTML簡報的圖像保真版本；編輯請修改2027-business-plan-web/index.html。</a:t>
            </a:r>
          </a:p>
          <a:p>
            <a:r>
              <a:t>資料：機會清單_20261005.xlsx、南區預算20261005.pptx；審閱2026-10-06；討論稿非核定預算。</a:t>
            </a:r>
          </a:p>
          <a:p>
            <a:r>
              <a:t>照片均為情境示意，非實際案場。</a:t>
            </a:r>
          </a:p>
          <a:p>
            <a:r>
              <a:t>圖片授權：</a:t>
            </a:r>
          </a:p>
          <a:p>
            <a:r>
              <a:t>Solar panels on a roof.jpg — Pujanak / Public domain / https://commons.wikimedia.org/wiki/File:Solar_panels_on_a_roof.jpg / https://creativecommons.org/publicdomain/mark/1.0/；縮放、壓縮、版面裁切。</a:t>
            </a:r>
          </a:p>
          <a:p>
            <a:r>
              <a:t>Parking under Solar Canopy (52937580768).jpg — pedrik / CC BY 2.0 / https://commons.wikimedia.org/wiki/File:Parking_under_Solar_Canopy_(52937580768).jpg / https://creativecommons.org/licenses/by/2.0；縮放、壓縮、版面裁切。</a:t>
            </a:r>
          </a:p>
          <a:p>
            <a:r>
              <a:t>Datacenter Server Racks (22370909788).jpg — Carl Lender from Sunrise, USA / CC BY 2.0 / https://commons.wikimedia.org/wiki/File:Datacenter_Server_Racks_(22370909788).jpg / https://creativecommons.org/licenses/by/2.0；縮放、壓縮、版面裁切。</a:t>
            </a:r>
          </a:p>
          <a:p>
            <a:r>
              <a:t>Installing solar panels (3049873254).jpg — Oregon Department of Transportation / CC BY 2.0 / https://commons.wikimedia.org/wiki/File:Installing_solar_panels_(3049873254).jpg / https://creativecommons.org/licenses/by/2.0；縮放、壓縮、版面裁切。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2027 商業計畫｜無雜訊顧問簡報</dc:title>
  <dc:subject>10頁圖像保真版；內容與圖片授權見網站資料與下載</dc:subject>
  <dc:creator>商業計畫審閱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